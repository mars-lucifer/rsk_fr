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2" r:id="rId6"/>
    <p:sldId id="263" r:id="rId7"/>
    <p:sldId id="264" r:id="rId8"/>
  </p:sldIdLst>
  <p:sldSz cx="12192000" cy="6858000"/>
  <p:notesSz cx="6858000" cy="9144000"/>
  <p:embeddedFontLst>
    <p:embeddedFont>
      <p:font typeface="Rasa" panose="020B0604020202020204" charset="0"/>
      <p:regular r:id="rId10"/>
      <p:bold r:id="rId11"/>
      <p:italic r:id="rId12"/>
      <p:boldItalic r:id="rId13"/>
    </p:embeddedFont>
    <p:embeddedFont>
      <p:font typeface="Rasa SemiBold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NqjUoeTsoaM3pOe0XTDvZBSAV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presProps" Target="presProps.xml"/><Relationship Id="rId10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02ffc93aa0_1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g102ffc93aa0_1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02ffc93aa0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8" name="Google Shape;118;g102ffc93aa0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02ffc93aa0_1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g102ffc93aa0_1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05f553c2cd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105f553c2cd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5f553c2cd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g105f553c2cd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05f553c2cd_1_7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105f553c2cd_1_7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g105f553c2cd_1_7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jobby.ai/" TargetMode="External"/><Relationship Id="rId3" Type="http://schemas.openxmlformats.org/officeDocument/2006/relationships/image" Target="../media/image21.png"/><Relationship Id="rId7" Type="http://schemas.openxmlformats.org/officeDocument/2006/relationships/hyperlink" Target="https://t.me/+n8STqciTZWYzMGY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stagram.com/impact.mission/" TargetMode="External"/><Relationship Id="rId5" Type="http://schemas.openxmlformats.org/officeDocument/2006/relationships/hyperlink" Target="https://www.facebook.com/Mission-Impact-105675775231858/" TargetMode="External"/><Relationship Id="rId4" Type="http://schemas.openxmlformats.org/officeDocument/2006/relationships/hyperlink" Target="https://team.rosatomimpact.com/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g102ffc93aa0_1_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468" y="0"/>
            <a:ext cx="1223493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102ffc93aa0_1_185"/>
          <p:cNvPicPr preferRelativeResize="0"/>
          <p:nvPr/>
        </p:nvPicPr>
        <p:blipFill rotWithShape="1">
          <a:blip r:embed="rId4">
            <a:alphaModFix/>
          </a:blip>
          <a:srcRect t="7504" r="-421" b="10299"/>
          <a:stretch/>
        </p:blipFill>
        <p:spPr>
          <a:xfrm rot="10800000">
            <a:off x="1626915" y="-47501"/>
            <a:ext cx="8444050" cy="691144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102ffc93aa0_1_185"/>
          <p:cNvSpPr txBox="1"/>
          <p:nvPr/>
        </p:nvSpPr>
        <p:spPr>
          <a:xfrm>
            <a:off x="1036200" y="4435775"/>
            <a:ext cx="101196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Госкорпорация “Росатом” 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представила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</a:t>
            </a:r>
            <a:r>
              <a:rPr lang="ru-RU" sz="20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Impact Team 2050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как глобальное партнерство молодежи и Росатома в устойчивой трансформации мира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. О создании совета молодежи разных стран мира в возрасте 18-25 лет было объявлено в ходе конференции Global Impact Conference 1 декабря 2021 года. Партнером конференции выступила международная организация UN Global Compact.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102ffc93aa0_1_185"/>
          <p:cNvPicPr preferRelativeResize="0"/>
          <p:nvPr/>
        </p:nvPicPr>
        <p:blipFill rotWithShape="1">
          <a:blip r:embed="rId5">
            <a:alphaModFix/>
          </a:blip>
          <a:srcRect t="1078"/>
          <a:stretch/>
        </p:blipFill>
        <p:spPr>
          <a:xfrm>
            <a:off x="3438975" y="321800"/>
            <a:ext cx="5395325" cy="356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102ffc93aa0_1_1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16525" y="622825"/>
            <a:ext cx="2522249" cy="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468" y="0"/>
            <a:ext cx="1223493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4">
            <a:alphaModFix/>
          </a:blip>
          <a:srcRect l="26276" t="24450"/>
          <a:stretch/>
        </p:blipFill>
        <p:spPr>
          <a:xfrm rot="5400000">
            <a:off x="7607958" y="-56660"/>
            <a:ext cx="4461184" cy="457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4"/>
          <p:cNvPicPr preferRelativeResize="0"/>
          <p:nvPr/>
        </p:nvPicPr>
        <p:blipFill rotWithShape="1">
          <a:blip r:embed="rId4">
            <a:alphaModFix/>
          </a:blip>
          <a:srcRect l="26276" t="24450"/>
          <a:stretch/>
        </p:blipFill>
        <p:spPr>
          <a:xfrm rot="-5400000">
            <a:off x="79394" y="2220940"/>
            <a:ext cx="4638054" cy="475293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4320200" y="1232948"/>
            <a:ext cx="3329784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rgbClr val="FFFFFF"/>
                </a:solidFill>
                <a:latin typeface="Rasa"/>
                <a:ea typeface="Rasa"/>
                <a:cs typeface="Rasa"/>
                <a:sym typeface="Rasa"/>
              </a:rPr>
              <a:t>РОЛЬ СОВЕТА</a:t>
            </a:r>
            <a:endParaRPr sz="3200" b="0" i="0" u="none" strike="noStrike" cap="none">
              <a:solidFill>
                <a:schemeClr val="dk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335158" y="1988195"/>
            <a:ext cx="12393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ru-RU" sz="80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1</a:t>
            </a:r>
            <a:endParaRPr sz="80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179170" y="2197104"/>
            <a:ext cx="2778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КОНСУЛЬТАТИВНАЯ 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По ключевым вопросам реализации стратегии 20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5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0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88556" y="1988134"/>
            <a:ext cx="1239300" cy="13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lang="ru-RU" sz="80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2</a:t>
            </a:r>
            <a:endParaRPr sz="80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227850" y="2132700"/>
            <a:ext cx="45717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РЕАЛИЗАЦИЯ</a:t>
            </a:r>
            <a:r>
              <a:rPr lang="ru-RU" sz="20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</a:t>
            </a:r>
            <a:r>
              <a:rPr lang="ru-RU" sz="2000" b="1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IMPACT</a:t>
            </a:r>
            <a:r>
              <a:rPr lang="ru-RU" sz="1800" b="1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-</a:t>
            </a: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ИНИЦИАТИВ </a:t>
            </a:r>
            <a:endParaRPr sz="1400" b="1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Отобрать социальные инициативы, представить Росатому и реализовать при поддержке Росатома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5196" y="3969789"/>
            <a:ext cx="88997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16525" y="622825"/>
            <a:ext cx="2522249" cy="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g102ffc93aa0_1_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8478" y="-1"/>
            <a:ext cx="12516532" cy="6985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102ffc93aa0_1_33"/>
          <p:cNvSpPr/>
          <p:nvPr/>
        </p:nvSpPr>
        <p:spPr>
          <a:xfrm>
            <a:off x="2068200" y="1647153"/>
            <a:ext cx="8369100" cy="34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3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15</a:t>
            </a:r>
            <a:r>
              <a:rPr lang="ru-RU" sz="23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молодых лидеров </a:t>
            </a:r>
            <a:endParaRPr sz="23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3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(</a:t>
            </a:r>
            <a:r>
              <a:rPr lang="ru-RU" sz="23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в возрасте</a:t>
            </a:r>
            <a:r>
              <a:rPr lang="ru-RU" sz="23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18-25 лет) </a:t>
            </a:r>
            <a:endParaRPr sz="23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3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5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Мы хотим привлечь молодых визионеров, ученых, лидеров бизнеса и молодежных сообществ, которые готовы сделать многое, чтобы изменить наш мир к лучшему.  Мы ждем изобретателей, исследователей и лидеров инноваций, равно как и активистов проектов устойчивого развития.</a:t>
            </a:r>
            <a:endParaRPr sz="2500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22" name="Google Shape;122;g102ffc93aa0_1_33"/>
          <p:cNvSpPr/>
          <p:nvPr/>
        </p:nvSpPr>
        <p:spPr>
          <a:xfrm>
            <a:off x="4206404" y="234459"/>
            <a:ext cx="3779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lt1"/>
                </a:solidFill>
                <a:latin typeface="Rasa SemiBold"/>
                <a:ea typeface="Rasa SemiBold"/>
                <a:cs typeface="Rasa SemiBold"/>
                <a:sym typeface="Rasa SemiBold"/>
              </a:rPr>
              <a:t>IMPACT TEAM 2050 </a:t>
            </a:r>
            <a:endParaRPr sz="3200" b="0" i="0" u="none" strike="noStrike" cap="none">
              <a:solidFill>
                <a:schemeClr val="lt1"/>
              </a:solidFill>
              <a:latin typeface="Rasa SemiBold"/>
              <a:ea typeface="Rasa SemiBold"/>
              <a:cs typeface="Rasa SemiBold"/>
              <a:sym typeface="Rasa SemiBold"/>
            </a:endParaRPr>
          </a:p>
        </p:txBody>
      </p:sp>
      <p:pic>
        <p:nvPicPr>
          <p:cNvPr id="123" name="Google Shape;123;g102ffc93aa0_1_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3461433">
            <a:off x="7411060" y="-348525"/>
            <a:ext cx="5372613" cy="53726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102ffc93aa0_1_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6781159">
            <a:off x="-483515" y="1887178"/>
            <a:ext cx="3696211" cy="3696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102ffc93aa0_1_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48475" y="5157620"/>
            <a:ext cx="12516526" cy="1827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102ffc93aa0_1_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16525" y="622825"/>
            <a:ext cx="2522249" cy="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6"/>
          <p:cNvPicPr preferRelativeResize="0"/>
          <p:nvPr/>
        </p:nvPicPr>
        <p:blipFill rotWithShape="1">
          <a:blip r:embed="rId3">
            <a:alphaModFix/>
          </a:blip>
          <a:srcRect l="11782" t="10714" r="14381"/>
          <a:stretch/>
        </p:blipFill>
        <p:spPr>
          <a:xfrm rot="-5400000">
            <a:off x="703314" y="-716017"/>
            <a:ext cx="6845302" cy="82773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2" name="Google Shape;132;p6"/>
          <p:cNvGrpSpPr/>
          <p:nvPr/>
        </p:nvGrpSpPr>
        <p:grpSpPr>
          <a:xfrm>
            <a:off x="-30951" y="-4762"/>
            <a:ext cx="12399963" cy="6667500"/>
            <a:chOff x="-25" y="0"/>
            <a:chExt cx="7811" cy="4200"/>
          </a:xfrm>
        </p:grpSpPr>
        <p:sp>
          <p:nvSpPr>
            <p:cNvPr id="133" name="Google Shape;133;p6"/>
            <p:cNvSpPr/>
            <p:nvPr/>
          </p:nvSpPr>
          <p:spPr>
            <a:xfrm>
              <a:off x="-14" y="0"/>
              <a:ext cx="7800" cy="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-25" y="0"/>
              <a:ext cx="7800" cy="4200"/>
            </a:xfrm>
            <a:prstGeom prst="rect">
              <a:avLst/>
            </a:prstGeom>
            <a:solidFill>
              <a:srgbClr val="0D182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-25" y="0"/>
              <a:ext cx="7800" cy="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6" name="Google Shape;136;p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74" y="228"/>
              <a:ext cx="795" cy="7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" name="Google Shape;137;p6"/>
            <p:cNvSpPr/>
            <p:nvPr/>
          </p:nvSpPr>
          <p:spPr>
            <a:xfrm>
              <a:off x="481" y="1742"/>
              <a:ext cx="6855" cy="0"/>
            </a:xfrm>
            <a:custGeom>
              <a:avLst/>
              <a:gdLst/>
              <a:ahLst/>
              <a:cxnLst/>
              <a:rect l="l" t="t" r="r" b="b"/>
              <a:pathLst>
                <a:path w="6855" h="120000" extrusionOk="0">
                  <a:moveTo>
                    <a:pt x="0" y="0"/>
                  </a:moveTo>
                  <a:lnTo>
                    <a:pt x="68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8" name="Google Shape;138;p6"/>
            <p:cNvCxnSpPr/>
            <p:nvPr/>
          </p:nvCxnSpPr>
          <p:spPr>
            <a:xfrm>
              <a:off x="481" y="1502"/>
              <a:ext cx="6900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39" name="Google Shape;139;p6"/>
            <p:cNvSpPr/>
            <p:nvPr/>
          </p:nvSpPr>
          <p:spPr>
            <a:xfrm>
              <a:off x="481" y="1490"/>
              <a:ext cx="6900" cy="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481" y="1490"/>
              <a:ext cx="6855" cy="23"/>
            </a:xfrm>
            <a:custGeom>
              <a:avLst/>
              <a:gdLst/>
              <a:ahLst/>
              <a:cxnLst/>
              <a:rect l="l" t="t" r="r" b="b"/>
              <a:pathLst>
                <a:path w="6855" h="23" extrusionOk="0">
                  <a:moveTo>
                    <a:pt x="0" y="23"/>
                  </a:moveTo>
                  <a:lnTo>
                    <a:pt x="6855" y="23"/>
                  </a:lnTo>
                  <a:lnTo>
                    <a:pt x="6855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1" name="Google Shape;141;p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636" y="211"/>
              <a:ext cx="3785" cy="7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20" y="3017"/>
              <a:ext cx="6907" cy="10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3" name="Google Shape;143;p6"/>
          <p:cNvSpPr/>
          <p:nvPr/>
        </p:nvSpPr>
        <p:spPr>
          <a:xfrm>
            <a:off x="1879075" y="249525"/>
            <a:ext cx="7162500" cy="63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ЭТАПЫ ОТБОРА В </a:t>
            </a:r>
            <a:endParaRPr sz="3200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6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IMPACT TEAM 2050 </a:t>
            </a:r>
            <a:endParaRPr sz="3600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18425" y="2548050"/>
            <a:ext cx="3738600" cy="38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ЭТАП 1: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1 декабря - 1 марта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Прием заявок: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Заявки на участие в конкурсе принимаются в формате видеоролика (макс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.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длительность видеоролика – 3 минуты) 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Тема видеоролика: история личного импакта 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у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частника. К конкурсной работе должно прилагаться письмо с информацией об Участнике.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Выбирается 100 участников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4285975" y="2615100"/>
            <a:ext cx="20256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ЭТАП 2: </a:t>
            </a: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1 марта- 1 апреля</a:t>
            </a: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Голосование зрителей на сайте партнера - Jobby.ai </a:t>
            </a:r>
            <a:b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</a:b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и работа жюри.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выбирается 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40 участников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6609125" y="2615100"/>
            <a:ext cx="2507400" cy="33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ЭТАП 3:</a:t>
            </a: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1 апреля- 1 мая 2022</a:t>
            </a: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Написание эссе на тему «Энергия позитивных изменений: как я могу повлиять на мир с помощью 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“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Росатома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”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». 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Жюри отбирает 20 финалистов</a:t>
            </a:r>
            <a:endParaRPr sz="16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9384750" y="2548050"/>
            <a:ext cx="2253900" cy="3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ЭТАП 4: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Собеседование с ТОП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-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менеджментом 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“</a:t>
            </a: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Росатома</a:t>
            </a: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”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15 июня - объявление 15 участников совета</a:t>
            </a:r>
            <a:endParaRPr sz="18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148" name="Google Shape;148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8875" y="1482343"/>
            <a:ext cx="569251" cy="666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8479" y="1406180"/>
            <a:ext cx="637172" cy="63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89816" y="1468730"/>
            <a:ext cx="694779" cy="69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53264" y="1468734"/>
            <a:ext cx="694779" cy="693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477448" y="482150"/>
            <a:ext cx="2161328" cy="69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102ffc93aa0_1_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1" cy="68512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102ffc93aa0_1_8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688" y="214300"/>
            <a:ext cx="3933825" cy="642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02ffc93aa0_1_89"/>
          <p:cNvSpPr/>
          <p:nvPr/>
        </p:nvSpPr>
        <p:spPr>
          <a:xfrm>
            <a:off x="4152350" y="1431898"/>
            <a:ext cx="7140900" cy="6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>
                <a:solidFill>
                  <a:schemeClr val="lt1"/>
                </a:solidFill>
                <a:latin typeface="Rasa SemiBold"/>
                <a:ea typeface="Rasa SemiBold"/>
                <a:cs typeface="Rasa SemiBold"/>
                <a:sym typeface="Rasa SemiBold"/>
              </a:rPr>
              <a:t>Активности в сообществе</a:t>
            </a:r>
            <a:endParaRPr sz="3200" b="0" i="0" u="none" strike="noStrike" cap="none">
              <a:solidFill>
                <a:schemeClr val="lt1"/>
              </a:solidFill>
              <a:latin typeface="Rasa SemiBold"/>
              <a:ea typeface="Rasa SemiBold"/>
              <a:cs typeface="Rasa SemiBold"/>
              <a:sym typeface="Rasa SemiBold"/>
            </a:endParaRPr>
          </a:p>
        </p:txBody>
      </p:sp>
      <p:sp>
        <p:nvSpPr>
          <p:cNvPr id="172" name="Google Shape;172;g102ffc93aa0_1_89"/>
          <p:cNvSpPr/>
          <p:nvPr/>
        </p:nvSpPr>
        <p:spPr>
          <a:xfrm>
            <a:off x="5746825" y="2380900"/>
            <a:ext cx="5770500" cy="33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1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Блоги, вебинары и дискуссии по вопросам устойчивого развития</a:t>
            </a:r>
            <a:r>
              <a:rPr lang="ru-RU" sz="21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</a:t>
            </a: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1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Круглые столы с приглашенными экспертами</a:t>
            </a: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1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Голосование за кандидатов  Im</a:t>
            </a:r>
            <a:r>
              <a:rPr lang="ru-RU" sz="21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pact Team 2050 и разбор кейсов, обозначенных в видеопрезентациях кандидатов</a:t>
            </a: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1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Мероприятия по повестке</a:t>
            </a:r>
            <a:r>
              <a:rPr lang="ru-RU" sz="21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</a:t>
            </a:r>
            <a:r>
              <a:rPr lang="ru-RU" sz="21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устойчивого развития</a:t>
            </a:r>
            <a:r>
              <a:rPr lang="ru-RU" sz="2100" b="0" i="0" u="none" strike="noStrike" cap="none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 </a:t>
            </a:r>
            <a:endParaRPr sz="2100" b="0" i="0" u="none" strike="noStrike" cap="none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173" name="Google Shape;173;g102ffc93aa0_1_8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20775" y="2380899"/>
            <a:ext cx="456800" cy="59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102ffc93aa0_1_8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0775" y="3277687"/>
            <a:ext cx="456800" cy="60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102ffc93aa0_1_8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20774" y="4249575"/>
            <a:ext cx="456800" cy="44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102ffc93aa0_1_8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18275" y="5199695"/>
            <a:ext cx="461800" cy="46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102ffc93aa0_1_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16525" y="622825"/>
            <a:ext cx="2522249" cy="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105f553c2cd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1468" y="0"/>
            <a:ext cx="1223493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105f553c2cd_1_0"/>
          <p:cNvSpPr txBox="1"/>
          <p:nvPr/>
        </p:nvSpPr>
        <p:spPr>
          <a:xfrm>
            <a:off x="497250" y="2522075"/>
            <a:ext cx="3468300" cy="38865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ru-RU" sz="1600" b="1" i="0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САЙТ УНИВЕРСИТЕТА (RU, ENG)</a:t>
            </a:r>
            <a:endParaRPr sz="1600" b="1" i="0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информации о Совете (анонсирование): новость, баннер – до 1 марта  2022 года;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новостей о ходе проекта (отбор, встречи, победители) - в течение года не менее 3 раз.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105f553c2cd_1_0"/>
          <p:cNvSpPr txBox="1"/>
          <p:nvPr/>
        </p:nvSpPr>
        <p:spPr>
          <a:xfrm>
            <a:off x="8347800" y="2654525"/>
            <a:ext cx="3468300" cy="38850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ru-RU" b="1" i="0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ИНФОРМАЦИОННАЯ РАССЫЛКА ДЛЯ СТУДЕНТОВ (RU, ENG) </a:t>
            </a:r>
            <a:endParaRPr b="1" i="0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приглашение принять участие в Совете</a:t>
            </a: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ru-RU" sz="160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АФИШИ</a:t>
            </a:r>
            <a:endParaRPr sz="160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4064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афиш о Совете в корпусах вуза и общежитиях  - в течение срока  приема заявок (до 1 марта 2022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g105f553c2cd_1_0"/>
          <p:cNvSpPr txBox="1"/>
          <p:nvPr/>
        </p:nvSpPr>
        <p:spPr>
          <a:xfrm>
            <a:off x="4133013" y="2410925"/>
            <a:ext cx="4047300" cy="43722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5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</a:t>
            </a:r>
            <a:r>
              <a:rPr lang="ru-RU" sz="1500" b="1" i="0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СОЦИАЛЬНЫЕ СЕТИ RU, ENG)</a:t>
            </a:r>
            <a:endParaRPr sz="1500" b="1" i="0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5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ru-RU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информации о Совете (анонсирование): пост в официальных аккаунтах, в студенческих аккаунтах (Совет обучающихся, клубы студентов и пр.), не менее 5 размещений - до 1 марта 2022;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marR="0" lvl="0" indent="-4000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ru-RU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систематическое размещение новостей об итогах деятельности Совета (отбор, встречи,  победители) в течение года -  не менее 3 раз.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105f553c2cd_1_0"/>
          <p:cNvSpPr txBox="1"/>
          <p:nvPr/>
        </p:nvSpPr>
        <p:spPr>
          <a:xfrm>
            <a:off x="336771" y="336775"/>
            <a:ext cx="5124000" cy="1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ru-RU" sz="23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ОЖИДАЕМЫЕ УСЛОВИЯ УЧАСТИЯ УНИВЕРСИТЕТА</a:t>
            </a:r>
            <a:endParaRPr sz="23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g105f553c2cd_1_0"/>
          <p:cNvSpPr txBox="1"/>
          <p:nvPr/>
        </p:nvSpPr>
        <p:spPr>
          <a:xfrm>
            <a:off x="393750" y="1590910"/>
            <a:ext cx="11404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  <a:latin typeface="Rasa"/>
                <a:ea typeface="Rasa"/>
                <a:cs typeface="Rasa"/>
                <a:sym typeface="Rasa"/>
              </a:rPr>
              <a:t>Широкое информирование российских и иностранных студентов вашего университета 18-25 лет  для участия в Impact Team в срок до 1 марта 2022 года.</a:t>
            </a:r>
            <a:endParaRPr sz="1800">
              <a:solidFill>
                <a:schemeClr val="lt1"/>
              </a:solidFill>
              <a:latin typeface="Rasa"/>
              <a:ea typeface="Rasa"/>
              <a:cs typeface="Rasa"/>
              <a:sym typeface="Rasa"/>
            </a:endParaRPr>
          </a:p>
        </p:txBody>
      </p:sp>
      <p:pic>
        <p:nvPicPr>
          <p:cNvPr id="188" name="Google Shape;188;g105f553c2cd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16525" y="622825"/>
            <a:ext cx="2522249" cy="8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g105f553c2cd_1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38180" y="0"/>
            <a:ext cx="1231596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105f553c2cd_1_8"/>
          <p:cNvSpPr txBox="1">
            <a:spLocks noGrp="1"/>
          </p:cNvSpPr>
          <p:nvPr>
            <p:ph type="title"/>
          </p:nvPr>
        </p:nvSpPr>
        <p:spPr>
          <a:xfrm>
            <a:off x="2183375" y="593375"/>
            <a:ext cx="66873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>
                <a:solidFill>
                  <a:schemeClr val="lt1"/>
                </a:solidFill>
              </a:rPr>
              <a:t>Предложение для университета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g105f553c2cd_1_8"/>
          <p:cNvSpPr txBox="1">
            <a:spLocks noGrp="1"/>
          </p:cNvSpPr>
          <p:nvPr>
            <p:ph type="body" idx="1"/>
          </p:nvPr>
        </p:nvSpPr>
        <p:spPr>
          <a:xfrm>
            <a:off x="305700" y="1737550"/>
            <a:ext cx="7069800" cy="47844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ru-RU" sz="19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Возможности Impact Team 2050:</a:t>
            </a:r>
            <a:endParaRPr sz="19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9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 b="1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Студенты вуза смогут принимать участие в мероприятиях Impact Team 2050, глобальных и в международных конференциях</a:t>
            </a: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Приглашение руководства университета и его студентов на очные и онлайн мероприятия в течение года (дискуссии, конференции) - очно не более 5 человек от вуза на каждом мероприятии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информации от  университета на сайте и в социальных сетях Совета - 3 раза в течение реализации проекта*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191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lphaLcPeriod"/>
            </a:pPr>
            <a:r>
              <a:rPr lang="ru-RU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team.rosatomimpact.com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9200" lvl="1" indent="-419100" algn="l" rtl="0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lphaLcPeriod"/>
            </a:pPr>
            <a:r>
              <a:rPr lang="ru-RU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facebook</a:t>
            </a: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instagram</a:t>
            </a: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telegram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логотипа университета в информационных материалах о Совете - не менее 3 носителей (бренд волл, буклет, информационный материал и др.)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096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1900">
              <a:solidFill>
                <a:schemeClr val="lt1"/>
              </a:solidFill>
            </a:endParaRPr>
          </a:p>
        </p:txBody>
      </p:sp>
      <p:sp>
        <p:nvSpPr>
          <p:cNvPr id="196" name="Google Shape;196;g105f553c2cd_1_8"/>
          <p:cNvSpPr txBox="1"/>
          <p:nvPr/>
        </p:nvSpPr>
        <p:spPr>
          <a:xfrm>
            <a:off x="7604175" y="1719400"/>
            <a:ext cx="4332300" cy="4748100"/>
          </a:xfrm>
          <a:prstGeom prst="rect">
            <a:avLst/>
          </a:prstGeom>
          <a:solidFill>
            <a:srgbClr val="43434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ru-RU" sz="19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Возможности Jobby</a:t>
            </a:r>
            <a:endParaRPr sz="19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Персональная страница вуза на сайте платформы</a:t>
            </a:r>
            <a:r>
              <a:rPr lang="ru-RU" sz="1800">
                <a:solidFill>
                  <a:schemeClr val="lt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jobby.ai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логотипа университета на сайте jobby.ai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Размещение информации о вузе в социальных сетях Jobby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marR="0" lvl="0" indent="-41910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Рассылка информации про университет по базе потенциальных участников Совета (не менее 5 000 человек)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7" name="Google Shape;197;g105f553c2cd_1_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116525" y="622825"/>
            <a:ext cx="2522249" cy="80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105f553c2cd_1_8"/>
          <p:cNvSpPr txBox="1"/>
          <p:nvPr/>
        </p:nvSpPr>
        <p:spPr>
          <a:xfrm>
            <a:off x="549950" y="6467500"/>
            <a:ext cx="638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*информация должна быть релевантна тематике проекта</a:t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Office PowerPoint</Application>
  <PresentationFormat>Широкоэкранный</PresentationFormat>
  <Paragraphs>83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Times New Roman</vt:lpstr>
      <vt:lpstr>Rasa</vt:lpstr>
      <vt:lpstr>Arial</vt:lpstr>
      <vt:lpstr>Calibri</vt:lpstr>
      <vt:lpstr>Rasa SemiBold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Предложение для университета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Aspire</dc:creator>
  <cp:lastModifiedBy>Андрей Лебедев</cp:lastModifiedBy>
  <cp:revision>1</cp:revision>
  <dcterms:created xsi:type="dcterms:W3CDTF">2021-11-26T15:59:54Z</dcterms:created>
  <dcterms:modified xsi:type="dcterms:W3CDTF">2026-02-07T22:16:14Z</dcterms:modified>
</cp:coreProperties>
</file>