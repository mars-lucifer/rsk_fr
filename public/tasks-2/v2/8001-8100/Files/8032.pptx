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262" r:id="rId1"/>
    <p:sldMasterId id="2147484279" r:id="rId2"/>
    <p:sldMasterId id="2147484296" r:id="rId3"/>
  </p:sldMasterIdLst>
  <p:sldIdLst>
    <p:sldId id="274" r:id="rId4"/>
    <p:sldId id="270" r:id="rId5"/>
    <p:sldId id="260" r:id="rId6"/>
    <p:sldId id="261" r:id="rId7"/>
    <p:sldId id="275" r:id="rId8"/>
    <p:sldId id="276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95394" autoAdjust="0"/>
  </p:normalViewPr>
  <p:slideViewPr>
    <p:cSldViewPr snapToGrid="0">
      <p:cViewPr varScale="1">
        <p:scale>
          <a:sx n="72" d="100"/>
          <a:sy n="72" d="100"/>
        </p:scale>
        <p:origin x="3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57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7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25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92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43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3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6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3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1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9842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70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0493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521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056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254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073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034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842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44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160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230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9059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6400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6066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83641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272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2015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5183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614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2539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9356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0885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5648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971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3213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2414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978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8245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2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5486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4948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56131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388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470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4177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2103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6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8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3" r:id="rId1"/>
    <p:sldLayoutId id="2147484264" r:id="rId2"/>
    <p:sldLayoutId id="2147484265" r:id="rId3"/>
    <p:sldLayoutId id="2147484266" r:id="rId4"/>
    <p:sldLayoutId id="2147484267" r:id="rId5"/>
    <p:sldLayoutId id="2147484268" r:id="rId6"/>
    <p:sldLayoutId id="2147484269" r:id="rId7"/>
    <p:sldLayoutId id="2147484270" r:id="rId8"/>
    <p:sldLayoutId id="2147484271" r:id="rId9"/>
    <p:sldLayoutId id="2147484272" r:id="rId10"/>
    <p:sldLayoutId id="2147484273" r:id="rId11"/>
    <p:sldLayoutId id="2147484274" r:id="rId12"/>
    <p:sldLayoutId id="2147484275" r:id="rId13"/>
    <p:sldLayoutId id="2147484276" r:id="rId14"/>
    <p:sldLayoutId id="2147484277" r:id="rId15"/>
    <p:sldLayoutId id="21474842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1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0" r:id="rId1"/>
    <p:sldLayoutId id="2147484281" r:id="rId2"/>
    <p:sldLayoutId id="2147484282" r:id="rId3"/>
    <p:sldLayoutId id="2147484283" r:id="rId4"/>
    <p:sldLayoutId id="2147484284" r:id="rId5"/>
    <p:sldLayoutId id="2147484285" r:id="rId6"/>
    <p:sldLayoutId id="2147484286" r:id="rId7"/>
    <p:sldLayoutId id="2147484287" r:id="rId8"/>
    <p:sldLayoutId id="2147484288" r:id="rId9"/>
    <p:sldLayoutId id="2147484289" r:id="rId10"/>
    <p:sldLayoutId id="2147484290" r:id="rId11"/>
    <p:sldLayoutId id="2147484291" r:id="rId12"/>
    <p:sldLayoutId id="2147484292" r:id="rId13"/>
    <p:sldLayoutId id="2147484293" r:id="rId14"/>
    <p:sldLayoutId id="2147484294" r:id="rId15"/>
    <p:sldLayoutId id="21474842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  <p:sldLayoutId id="2147484308" r:id="rId12"/>
    <p:sldLayoutId id="2147484309" r:id="rId13"/>
    <p:sldLayoutId id="2147484310" r:id="rId14"/>
    <p:sldLayoutId id="2147484311" r:id="rId15"/>
    <p:sldLayoutId id="2147484312" r:id="rId16"/>
    <p:sldLayoutId id="214748431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Адаптация новых сотрудников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899" y="1694763"/>
            <a:ext cx="6487064" cy="4128068"/>
          </a:xfrm>
        </p:spPr>
      </p:pic>
    </p:spTree>
    <p:extLst>
      <p:ext uri="{BB962C8B-B14F-4D97-AF65-F5344CB8AC3E}">
        <p14:creationId xmlns:p14="http://schemas.microsoft.com/office/powerpoint/2010/main" val="357815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Адаптация персонала - это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11794"/>
            <a:ext cx="9555893" cy="34163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Адаптация персонала 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взаимное приспособление сотрудника в компании: к трудовой среде, условиям и режиму работы,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к социальной среде.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Адаптация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одной из составляющих частей управления персоналом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4954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7887" y="947789"/>
            <a:ext cx="10000735" cy="665662"/>
          </a:xfrm>
        </p:spPr>
        <p:txBody>
          <a:bodyPr>
            <a:normAutofit/>
          </a:bodyPr>
          <a:lstStyle/>
          <a:p>
            <a:r>
              <a:rPr lang="ru-RU" b="1" dirty="0"/>
              <a:t>Цели трудовой адаптации персонала: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7888" y="1990058"/>
            <a:ext cx="9407766" cy="403654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чувства неопределенности у новичков.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доверия сотрудника</a:t>
            </a:r>
          </a:p>
          <a:p>
            <a:pPr>
              <a:lnSpc>
                <a:spcPct val="16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Совершение новичком минимального количества ошибок, связанных с освоением функциональных обязанностей.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Грамотное и дружелюбное взаимодействие нового сотрудника с коллегами.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сотрудником качественно и максимально быстро своих трудовых обязанностей.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Удовлетворенность сотрудника новой работой.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текучести кадров.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3881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Методы адаптации персонала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408" y="1766737"/>
            <a:ext cx="9756474" cy="485834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«Плыви, если выплывешь».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Руководство отдает механизм адаптации «на откуп» самому сотруднику, предоставляя ему самостоятельно справляться в новой ситуации. </a:t>
            </a: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«Выживает сильнейший».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Если компания ставит целью отобрать только лучших, то представляет возможность вступить в свои ряды как некую привилегию, которую нужно заслужить тяжелым трудом и трудными испытаниями.</a:t>
            </a: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«Здравствуй, партнер».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Самый демократичный и эффективный подход, требующий наибольших усилий от руководства.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организации требуется много различных сотрудников, к тому же она стремится обеспечить себя хорошими кадрами, она подойдет к вопросу адаптации ответственно.</a:t>
            </a:r>
          </a:p>
        </p:txBody>
      </p:sp>
    </p:spTree>
    <p:extLst>
      <p:ext uri="{BB962C8B-B14F-4D97-AF65-F5344CB8AC3E}">
        <p14:creationId xmlns:p14="http://schemas.microsoft.com/office/powerpoint/2010/main" val="408465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313654" y="155095"/>
            <a:ext cx="8596668" cy="717741"/>
          </a:xfrm>
        </p:spPr>
        <p:txBody>
          <a:bodyPr/>
          <a:lstStyle/>
          <a:p>
            <a:r>
              <a:rPr lang="ru-RU" dirty="0"/>
              <a:t>Причины увольнения: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13654" y="1025711"/>
            <a:ext cx="9630446" cy="5510171"/>
          </a:xfrm>
        </p:spPr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</a:rPr>
              <a:t>Совместное заполнение. Санкт-Петербург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Низкий уровень заработной платы (на начальном этапе)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Переезд в другой город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Территориальный признак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Семейные обстоятельства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Нет ожидаемого результата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Недостаток информации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517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увольнения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641" y="1490737"/>
            <a:ext cx="8596668" cy="4793105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Совместное заполнение. </a:t>
            </a:r>
            <a:r>
              <a:rPr lang="ru-RU" sz="2400" b="1" dirty="0"/>
              <a:t>Регионы</a:t>
            </a:r>
          </a:p>
          <a:p>
            <a:pPr>
              <a:buFont typeface="+mj-lt"/>
              <a:buAutoNum type="arabicPeriod"/>
            </a:pPr>
            <a:r>
              <a:rPr lang="ru-RU" dirty="0"/>
              <a:t>Нехватка помощи и поддержки, отсутствие наставника</a:t>
            </a:r>
          </a:p>
          <a:p>
            <a:pPr>
              <a:buFont typeface="+mj-lt"/>
              <a:buAutoNum type="arabicPeriod"/>
            </a:pPr>
            <a:r>
              <a:rPr lang="ru-RU" dirty="0"/>
              <a:t>Нет ожидаемого финансового результата</a:t>
            </a:r>
          </a:p>
          <a:p>
            <a:pPr>
              <a:buFont typeface="+mj-lt"/>
              <a:buAutoNum type="arabicPeriod"/>
            </a:pPr>
            <a:r>
              <a:rPr lang="ru-RU" dirty="0"/>
              <a:t>Ошибочный выбор профессии</a:t>
            </a:r>
          </a:p>
          <a:p>
            <a:pPr>
              <a:buFont typeface="+mj-lt"/>
              <a:buAutoNum type="arabicPeriod"/>
            </a:pPr>
            <a:r>
              <a:rPr lang="ru-RU" dirty="0"/>
              <a:t>Не увидел карьерного развития</a:t>
            </a:r>
          </a:p>
          <a:p>
            <a:pPr>
              <a:buFont typeface="+mj-lt"/>
              <a:buAutoNum type="arabicPeriod"/>
            </a:pPr>
            <a:r>
              <a:rPr lang="ru-RU" dirty="0"/>
              <a:t>Личные и семейные обстоятельства</a:t>
            </a:r>
          </a:p>
          <a:p>
            <a:pPr>
              <a:buFont typeface="+mj-lt"/>
              <a:buAutoNum type="arabicPeriod"/>
            </a:pPr>
            <a:r>
              <a:rPr lang="ru-RU" dirty="0"/>
              <a:t>Новички не чувствуют себя частью команды</a:t>
            </a:r>
          </a:p>
          <a:p>
            <a:pPr>
              <a:buFont typeface="+mj-lt"/>
              <a:buAutoNum type="arabicPeriod"/>
            </a:pPr>
            <a:r>
              <a:rPr lang="ru-RU" dirty="0"/>
              <a:t>Нехватка времени</a:t>
            </a:r>
          </a:p>
          <a:p>
            <a:pPr>
              <a:buFont typeface="+mj-lt"/>
              <a:buAutoNum type="arabicPeriod"/>
            </a:pPr>
            <a:r>
              <a:rPr lang="ru-RU" dirty="0"/>
              <a:t>Отсутствие мотивации к работе</a:t>
            </a:r>
          </a:p>
          <a:p>
            <a:pPr>
              <a:buFont typeface="+mj-lt"/>
              <a:buAutoNum type="arabicPeriod"/>
            </a:pPr>
            <a:r>
              <a:rPr lang="ru-RU" dirty="0"/>
              <a:t>Не преодоление страха и трудностей</a:t>
            </a:r>
          </a:p>
          <a:p>
            <a:pPr>
              <a:buFont typeface="+mj-lt"/>
              <a:buAutoNum type="arabicPeriod"/>
            </a:pPr>
            <a:r>
              <a:rPr lang="ru-RU" dirty="0"/>
              <a:t>Непринятие регламентов и стандартов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2896776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0410" y="320342"/>
            <a:ext cx="10140779" cy="75560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Причины увольнения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1943" y="1516432"/>
            <a:ext cx="8825659" cy="46212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информации</a:t>
            </a: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Нехватка помощи и поддержки</a:t>
            </a: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Новички не чувствуют себя частью команды</a:t>
            </a: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ожидаемого результата</a:t>
            </a: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Низкий уровень заработной платы на начальном этапе</a:t>
            </a: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мотивации к работе в компании</a:t>
            </a:r>
          </a:p>
          <a:p>
            <a:pPr marL="0" indent="0">
              <a:buNone/>
            </a:pPr>
            <a:endParaRPr lang="ru-RU" dirty="0"/>
          </a:p>
        </p:txBody>
      </p:sp>
      <p:grpSp>
        <p:nvGrpSpPr>
          <p:cNvPr id="9" name="Группа 8"/>
          <p:cNvGrpSpPr/>
          <p:nvPr/>
        </p:nvGrpSpPr>
        <p:grpSpPr>
          <a:xfrm>
            <a:off x="4949253" y="1932702"/>
            <a:ext cx="391037" cy="3601695"/>
            <a:chOff x="5555681" y="2699368"/>
            <a:chExt cx="391037" cy="3601695"/>
          </a:xfrm>
        </p:grpSpPr>
        <p:sp>
          <p:nvSpPr>
            <p:cNvPr id="4" name="Стрелка вниз 3"/>
            <p:cNvSpPr/>
            <p:nvPr/>
          </p:nvSpPr>
          <p:spPr>
            <a:xfrm>
              <a:off x="5567777" y="2699368"/>
              <a:ext cx="378941" cy="32127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Стрелка вниз 4"/>
            <p:cNvSpPr/>
            <p:nvPr/>
          </p:nvSpPr>
          <p:spPr>
            <a:xfrm>
              <a:off x="5567776" y="3505793"/>
              <a:ext cx="378941" cy="32127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Стрелка вниз 5"/>
            <p:cNvSpPr/>
            <p:nvPr/>
          </p:nvSpPr>
          <p:spPr>
            <a:xfrm>
              <a:off x="5567776" y="4312218"/>
              <a:ext cx="378941" cy="32127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Стрелка вниз 6"/>
            <p:cNvSpPr/>
            <p:nvPr/>
          </p:nvSpPr>
          <p:spPr>
            <a:xfrm>
              <a:off x="5555695" y="5101576"/>
              <a:ext cx="378941" cy="32127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Стрелка вниз 7"/>
            <p:cNvSpPr/>
            <p:nvPr/>
          </p:nvSpPr>
          <p:spPr>
            <a:xfrm>
              <a:off x="5555681" y="5979788"/>
              <a:ext cx="378941" cy="32127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53238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</TotalTime>
  <Words>305</Words>
  <Application>Microsoft Office PowerPoint</Application>
  <PresentationFormat>Широкоэкранный</PresentationFormat>
  <Paragraphs>50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Impact</vt:lpstr>
      <vt:lpstr>Times New Roman</vt:lpstr>
      <vt:lpstr>Trebuchet MS</vt:lpstr>
      <vt:lpstr>Wingdings 3</vt:lpstr>
      <vt:lpstr>Грань</vt:lpstr>
      <vt:lpstr>1_Грань</vt:lpstr>
      <vt:lpstr>Главное мероприятие</vt:lpstr>
      <vt:lpstr>Адаптация новых сотрудников</vt:lpstr>
      <vt:lpstr>Адаптация персонала - это</vt:lpstr>
      <vt:lpstr>Цели трудовой адаптации персонала:</vt:lpstr>
      <vt:lpstr>Методы адаптации персонала</vt:lpstr>
      <vt:lpstr>Причины увольнения:</vt:lpstr>
      <vt:lpstr>Причины увольнения</vt:lpstr>
      <vt:lpstr>Причины увольнения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Адаптация новых сотрудников</dc:title>
  <dc:creator>Учетная запись Майкрософт</dc:creator>
  <cp:lastModifiedBy>Андрей Лебедев</cp:lastModifiedBy>
  <cp:revision>65</cp:revision>
  <dcterms:created xsi:type="dcterms:W3CDTF">2021-05-23T16:31:08Z</dcterms:created>
  <dcterms:modified xsi:type="dcterms:W3CDTF">2026-02-07T22:14:09Z</dcterms:modified>
</cp:coreProperties>
</file>