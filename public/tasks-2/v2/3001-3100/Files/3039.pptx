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25.12.2025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&#1082;-&#1103;.&#1088;&#1092;/wp-content/gallery/127/1.jpg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&#1082;-&#1103;.&#1088;&#1092;/wp-content/gallery/127/5.jpg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О становлении парусных флотов и устройстве парусника от XV века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История Парусного Судостроения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643702" y="1571612"/>
            <a:ext cx="2362200" cy="4972072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Первое судно, оснащённое парусом, появилось, вероятно, в Египте около 5,5 тысяч лет назад. Это был прямоугольный («прямой») парус, который своей верхней кромкой крепился к горизонтальной рее. Прямой парус мог использоваться только при попутном ветре. Прямое парусное вооружение было у народов Средиземноморья: финикийцев, этрусков, греков, римлян, похожими были ладьи викингов и славян.</a:t>
            </a:r>
          </a:p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accent6">
                    <a:lumMod val="50000"/>
                  </a:schemeClr>
                </a:solidFill>
              </a:rPr>
              <a:t>Первые Парусные Суда</a:t>
            </a:r>
          </a:p>
        </p:txBody>
      </p:sp>
      <p:pic>
        <p:nvPicPr>
          <p:cNvPr id="5" name="Содержимое 4" descr=" Стенгазета «История парусных кораблей»">
            <a:hlinkClick r:id="rId2" tgtFrame="&quot;_blank&quot;" tooltip="&quot;Стенгазета «История парусных кораблей»&quot;"/>
          </p:cNvPr>
          <p:cNvPicPr>
            <a:picLocks noGrp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428604"/>
            <a:ext cx="28575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https://avatars.mds.yandex.net/get-pdb/1886543/d2cdea33-6a1a-46ee-9422-8b229e1263f5/ori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58" y="3571876"/>
            <a:ext cx="4357718" cy="2891850"/>
          </a:xfrm>
          <a:prstGeom prst="rect">
            <a:avLst/>
          </a:prstGeom>
          <a:noFill/>
        </p:spPr>
      </p:pic>
      <p:pic>
        <p:nvPicPr>
          <p:cNvPr id="1028" name="Picture 4" descr="http://www.ancientgreecefacts.com/images/ancient-greek-ship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00430" y="1643050"/>
            <a:ext cx="3048021" cy="17145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6257948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В VIII–IX веках в Средиземноморье появляются прямые паруса. </a:t>
            </a:r>
            <a:b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Жители Северной Европы называли их «латинскими» — так же, как они называли и страны Южной Европы. </a:t>
            </a:r>
            <a:b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Такие паруса оказались удобными для плавания под острым углом к ветру: вдоль извилистых берегов и среди островов Средиземноморья. Парус такой формы был придуман в эпоху арабского завоевания на Средиземном море. </a:t>
            </a:r>
            <a:b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Арабы были достаточно хорошими моряками, и латинский парус получил широкое распространение: практически все средиземноморские суда Средневековья и раннего Нового времени несли почти исключительно латинские паруса. </a:t>
            </a:r>
            <a:b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Это треугольный парус на очень длинном </a:t>
            </a:r>
            <a:r>
              <a:rPr lang="ru-RU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рейкé</a:t>
            </a: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(прямой парус прямоугольной формы устанавливается на горизонтальном </a:t>
            </a:r>
            <a:r>
              <a:rPr lang="ru-RU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рéе</a:t>
            </a: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, а латинский — на наклонном </a:t>
            </a:r>
            <a:r>
              <a:rPr lang="ru-RU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рейкé</a:t>
            </a:r>
            <a:r>
              <a:rPr lang="ru-RU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).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643702" y="285728"/>
            <a:ext cx="2357422" cy="6357982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Латинский парус совмещал преимущество прямого и косого паруса. Его можно было поставить поперёк судна, и тогда он работал как прямой парус. Можно было поставить два латинских паруса «бабочкой». Если же ветер заходит сбоку, можно развернуть парус почти вдоль корабля, ветер будет давить на него, и благодаря корпусу и рулю, общее слагаемое всех векторов, которые воздействуют на корабль, будет таким, что он всё равно будет продвигаться вперёд. Латинский парус стали добавлять к прямому парусному вооружению уже в конце XV века. Моряки XVI века умело комбинировали прямые и косые паруса.</a:t>
            </a:r>
            <a:br>
              <a:rPr lang="ru-RU" dirty="0">
                <a:solidFill>
                  <a:schemeClr val="accent6">
                    <a:lumMod val="75000"/>
                  </a:schemeClr>
                </a:solidFill>
              </a:rPr>
            </a:b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Содержимое 4" descr="380182_html_19ada59b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000100" y="1785926"/>
            <a:ext cx="3000396" cy="3978490"/>
          </a:xfrm>
        </p:spPr>
      </p:pic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500430" y="428604"/>
            <a:ext cx="5643570" cy="1066800"/>
          </a:xfrm>
        </p:spPr>
        <p:txBody>
          <a:bodyPr>
            <a:normAutofit/>
          </a:bodyPr>
          <a:lstStyle/>
          <a:p>
            <a:r>
              <a:rPr lang="ru-RU" sz="2800" i="1" dirty="0">
                <a:solidFill>
                  <a:schemeClr val="accent6">
                    <a:lumMod val="50000"/>
                  </a:schemeClr>
                </a:solidFill>
              </a:rPr>
              <a:t>Парусная «революция» XV века</a:t>
            </a:r>
            <a:br>
              <a:rPr lang="ru-RU" dirty="0"/>
            </a:br>
            <a:endParaRPr lang="ru-RU" dirty="0"/>
          </a:p>
        </p:txBody>
      </p:sp>
      <p:pic>
        <p:nvPicPr>
          <p:cNvPr id="7" name="Рисунок 6" descr="380182_html_4282dd6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43504" y="1785926"/>
            <a:ext cx="3472499" cy="3933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618651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До XIV века европейские воды бороздили только суда с одной мачтой и одним парусом на этой мачте. Никаких многомачтовых и </a:t>
            </a:r>
            <a:r>
              <a:rPr lang="ru-RU" dirty="0" err="1"/>
              <a:t>многопарусных</a:t>
            </a:r>
            <a:r>
              <a:rPr lang="ru-RU" dirty="0"/>
              <a:t> судов ещё не было.</a:t>
            </a:r>
          </a:p>
          <a:p>
            <a:r>
              <a:rPr lang="ru-RU" dirty="0"/>
              <a:t>За первую половину XV века в парусном вооружении и в судостроении  происходит настоящая революция. К концу XV века зарождается классический трёхмачтовый корабль. Эта революция совпадает с началом эпохи великих географических открытий: далёкие путешествия были невозможны без усовершенствования корабля.</a:t>
            </a:r>
          </a:p>
          <a:p>
            <a:r>
              <a:rPr lang="ru-RU" dirty="0"/>
              <a:t>Итак, в середине XV века суда начинают </a:t>
            </a:r>
            <a:br>
              <a:rPr lang="ru-RU" dirty="0"/>
            </a:br>
            <a:r>
              <a:rPr lang="ru-RU" dirty="0"/>
              <a:t>строить с тремя мачтами. Почему именно </a:t>
            </a:r>
            <a:br>
              <a:rPr lang="ru-RU" dirty="0"/>
            </a:br>
            <a:r>
              <a:rPr lang="ru-RU" dirty="0"/>
              <a:t>с тремя? </a:t>
            </a:r>
            <a:br>
              <a:rPr lang="ru-RU" dirty="0"/>
            </a:br>
            <a:r>
              <a:rPr lang="ru-RU" dirty="0"/>
              <a:t>Когда переделывали одномачтовое судно, </a:t>
            </a:r>
            <a:br>
              <a:rPr lang="ru-RU" dirty="0"/>
            </a:br>
            <a:r>
              <a:rPr lang="ru-RU" dirty="0"/>
              <a:t>добавляя лишь одну мачту (спереди или сзади),</a:t>
            </a:r>
            <a:br>
              <a:rPr lang="ru-RU" dirty="0"/>
            </a:br>
            <a:r>
              <a:rPr lang="ru-RU" dirty="0"/>
              <a:t>судно получалось трудно управляемым. Если </a:t>
            </a:r>
            <a:br>
              <a:rPr lang="ru-RU" dirty="0"/>
            </a:br>
            <a:r>
              <a:rPr lang="ru-RU" dirty="0"/>
              <a:t>дополнительная мачта ставилась спереди, </a:t>
            </a:r>
            <a:br>
              <a:rPr lang="ru-RU" dirty="0"/>
            </a:br>
            <a:r>
              <a:rPr lang="ru-RU" dirty="0"/>
              <a:t>судно становилась слишком неповоротливым, </a:t>
            </a:r>
            <a:br>
              <a:rPr lang="ru-RU" dirty="0"/>
            </a:br>
            <a:r>
              <a:rPr lang="ru-RU" dirty="0"/>
              <a:t>если сзади — слишком рыскливым, то есть </a:t>
            </a:r>
            <a:br>
              <a:rPr lang="ru-RU" dirty="0"/>
            </a:br>
            <a:r>
              <a:rPr lang="ru-RU" dirty="0"/>
              <a:t>плохо удерживалось на курсе. Чтобы получить сбалансированное парусное судно , нужно </a:t>
            </a:r>
            <a:br>
              <a:rPr lang="ru-RU" dirty="0"/>
            </a:br>
            <a:r>
              <a:rPr lang="ru-RU" dirty="0"/>
              <a:t>было иметь именно три мачты. </a:t>
            </a:r>
          </a:p>
          <a:p>
            <a:r>
              <a:rPr lang="ru-RU" dirty="0" err="1"/>
              <a:t>Бóльшее</a:t>
            </a:r>
            <a:r>
              <a:rPr lang="ru-RU" dirty="0"/>
              <a:t> количество мачт было неудобным — суда были ещё довольно маленькие. Хотя в XVI веке были эксперименты с четвёртой мачтой, это так называемая </a:t>
            </a:r>
            <a:r>
              <a:rPr lang="ru-RU" dirty="0" err="1"/>
              <a:t>бонавентур-мачта</a:t>
            </a:r>
            <a:r>
              <a:rPr lang="ru-RU" dirty="0"/>
              <a:t>, которая стояла на самом кормовом срезе, но к XVII веку она исчезла. И на каждой из мачт вначале появилось по одному парусу. Потом стали делать дополнительные паруса сверху, и уже в XVI веке нормой было три паруса на центральной мачте, два–три на передней и два паруса на задней.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Содержимое 4" descr=" Стенгазета «История парусных кораблей»">
            <a:hlinkClick r:id="rId2" tgtFrame="&quot;_blank&quot;" tooltip="&quot;Стенгазета «История парусных кораблей»&quot;"/>
          </p:cNvPr>
          <p:cNvPicPr>
            <a:picLocks noGrp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2143116"/>
            <a:ext cx="3500462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1500166" y="500042"/>
            <a:ext cx="6248400" cy="5715000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Итак, к концу XV века корабль резко изменился внешне — и парусное вооружение, и конструкция корпуса. Чуть позднее, в XVI веке, происходит революция в артиллерийском вооружении. Такой же процесс быстрого развития, но уже «внутреннего», в пределах сложившейся конструкции, случился за XVII и XVIII века. Например, стали значительно комфортнее бытовые условия на судне.</a:t>
            </a:r>
          </a:p>
          <a:p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785786" y="428604"/>
            <a:ext cx="7358114" cy="61436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ru-RU" dirty="0"/>
              <a:t>Там же, в Портсмуте, находятся ещё два знаменитых корабля. Это «</a:t>
            </a:r>
            <a:r>
              <a:rPr lang="ru-RU" dirty="0" err="1"/>
              <a:t>Уорриор</a:t>
            </a:r>
            <a:r>
              <a:rPr lang="ru-RU" dirty="0"/>
              <a:t>» (англ. «Воин») — первый железный боевой корабль, и «</a:t>
            </a:r>
            <a:r>
              <a:rPr lang="ru-RU" dirty="0" err="1"/>
              <a:t>Виктори</a:t>
            </a:r>
            <a:r>
              <a:rPr lang="ru-RU" dirty="0"/>
              <a:t>» — 104-пушечный корабль адмирала Нельсона. А в гавани Бостона (США) стоит старейший в мире парусный корабль на плаву — фрегат «</a:t>
            </a:r>
            <a:r>
              <a:rPr lang="ru-RU" dirty="0" err="1"/>
              <a:t>Конститьюшн</a:t>
            </a:r>
            <a:r>
              <a:rPr lang="ru-RU" dirty="0"/>
              <a:t>», построенный в самом конце XVIII века. </a:t>
            </a:r>
            <a:br>
              <a:rPr lang="ru-RU" dirty="0"/>
            </a:br>
            <a:r>
              <a:rPr lang="ru-RU" dirty="0"/>
              <a:t>Его корпус сделан из крепчайшего виргинского дуба и выдерживал попадание крупных ядер, за что корабль получил прозвище «</a:t>
            </a:r>
            <a:r>
              <a:rPr lang="ru-RU" dirty="0" err="1"/>
              <a:t>Old</a:t>
            </a:r>
            <a:r>
              <a:rPr lang="ru-RU" dirty="0"/>
              <a:t> </a:t>
            </a:r>
            <a:r>
              <a:rPr lang="ru-RU" dirty="0" err="1"/>
              <a:t>Ironsides</a:t>
            </a:r>
            <a:r>
              <a:rPr lang="ru-RU" dirty="0"/>
              <a:t>» («Железнобокий старина»). На нём есть как прямые, так и косые паруса, причём не только кливера, но и стакселя, натягиваемые на тросах между мачтами. </a:t>
            </a:r>
          </a:p>
          <a:p>
            <a:pPr algn="ctr"/>
            <a:r>
              <a:rPr lang="ru-RU" dirty="0"/>
              <a:t>Это наиболее совершенное парусное вооружение, на котором закончилась развитие классической парусной эпохи. После этого оставались в строю только клипера второй половины XIX века, но они требуют отдельной презентации, поскольку строились для решения очень узких задач (в отличие от универсального парусника, который до этого господствовал на морях).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73</TotalTime>
  <Words>786</Words>
  <Application>Microsoft Office PowerPoint</Application>
  <PresentationFormat>Экран (4:3)</PresentationFormat>
  <Paragraphs>14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Constantia</vt:lpstr>
      <vt:lpstr>Wingdings 2</vt:lpstr>
      <vt:lpstr>Бумажная</vt:lpstr>
      <vt:lpstr>История Парусного Судостроения</vt:lpstr>
      <vt:lpstr>Первые Парусные Суда</vt:lpstr>
      <vt:lpstr>Презентация PowerPoint</vt:lpstr>
      <vt:lpstr>Парусная «революция» XV века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Парусного Судостроения</dc:title>
  <dc:creator>Дашенька</dc:creator>
  <cp:lastModifiedBy>Андрей Лебедев</cp:lastModifiedBy>
  <cp:revision>11</cp:revision>
  <dcterms:created xsi:type="dcterms:W3CDTF">2019-09-17T13:27:54Z</dcterms:created>
  <dcterms:modified xsi:type="dcterms:W3CDTF">2025-12-24T23:06:48Z</dcterms:modified>
</cp:coreProperties>
</file>