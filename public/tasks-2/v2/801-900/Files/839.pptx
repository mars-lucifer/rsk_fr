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5" r:id="rId6"/>
    <p:sldId id="261" r:id="rId7"/>
    <p:sldId id="262" r:id="rId8"/>
    <p:sldId id="275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2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65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0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015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400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95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21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83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851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9862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5203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96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39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59632" y="1340768"/>
            <a:ext cx="6696744" cy="2408288"/>
          </a:xfrm>
        </p:spPr>
        <p:txBody>
          <a:bodyPr/>
          <a:lstStyle/>
          <a:p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Некоммерческие организации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FB9C6033-85F5-A999-D9F6-1E8F5B2141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7944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Некоммерческие организации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Некоммерческие организации (НКО) - организации, </a:t>
            </a:r>
            <a:r>
              <a:rPr lang="ru-RU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не имеющие в качестве основной цели извлечение прибыли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800" dirty="0"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НКО не распределяют прибыли между участниками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044" b="100000" l="35273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933056"/>
            <a:ext cx="4395408" cy="292494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90" b="100000" l="0" r="4109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916277"/>
            <a:ext cx="4458924" cy="296721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90" b="100000" l="58545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958544"/>
            <a:ext cx="4890972" cy="292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85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Нормативно-правовое регулирование НКО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95536" y="2665093"/>
            <a:ext cx="3993584" cy="393192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Регулируется </a:t>
            </a:r>
          </a:p>
          <a:p>
            <a:pPr marL="82296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ГК РФ ФЗ от 12 января 1996 г.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√7-ФЗ</a:t>
            </a:r>
          </a:p>
          <a:p>
            <a:pPr marL="82296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"О некоммерческих организациях" </a:t>
            </a:r>
          </a:p>
          <a:p>
            <a:pPr marL="82296" indent="0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 другими специальными законами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665093"/>
            <a:ext cx="4211960" cy="2807973"/>
          </a:xfrm>
          <a:prstGeom prst="ellipse">
            <a:avLst/>
          </a:prstGeom>
          <a:ln w="63500" cap="rnd">
            <a:solidFill>
              <a:schemeClr val="accent2">
                <a:lumMod val="7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27355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Учредительные документы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устав, утвержденный учредителями для общественной организации, фонда, некоммерческого партнерства, автономной некоммерческой организации, частного или бюджетного учреждения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положения, утвержденные соответствующим органом, осуществляющим функции и полномочия учредителя, для казенного учреждения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учредительный договор, заключенный их членами, и устав, утвержденный ими, для ассоциации или союза</a:t>
            </a:r>
          </a:p>
        </p:txBody>
      </p:sp>
    </p:spTree>
    <p:extLst>
      <p:ext uri="{BB962C8B-B14F-4D97-AF65-F5344CB8AC3E}">
        <p14:creationId xmlns:p14="http://schemas.microsoft.com/office/powerpoint/2010/main" val="77213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Юридический статус некоммерческой организации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45720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Некоммерческая организация получает статус юридического лица с момента ее государственной регистрации. НКО не имеют ограничения срока деятельности, если иное не установлено их учредительными документами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76" y="3356992"/>
            <a:ext cx="3619048" cy="302857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9813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Особенности регистрации построения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457200" algn="just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Непосредственно государственная регистрация некоммерческих организаций и их ликвидация регулируется Гражданским кодексом, федеральным законом о регистрации № 129-ФЗ и законом о некоммерческих обществах №7-ФЗ</a:t>
            </a:r>
          </a:p>
        </p:txBody>
      </p:sp>
    </p:spTree>
    <p:extLst>
      <p:ext uri="{BB962C8B-B14F-4D97-AF65-F5344CB8AC3E}">
        <p14:creationId xmlns:p14="http://schemas.microsoft.com/office/powerpoint/2010/main" val="391650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Times New Roman" pitchFamily="18" charset="0"/>
                <a:cs typeface="Times New Roman" pitchFamily="18" charset="0"/>
              </a:rPr>
              <a:t>Особенности регистрации построения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754880" y="2276872"/>
            <a:ext cx="3657600" cy="3931920"/>
          </a:xfrm>
        </p:spPr>
        <p:txBody>
          <a:bodyPr>
            <a:normAutofit fontScale="77500" lnSpcReduction="20000"/>
          </a:bodyPr>
          <a:lstStyle/>
          <a:p>
            <a:pPr marL="82296" indent="0" algn="just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При регистрации учитываются нормы законов об отдельных видах некоммерческих организаций: №82-ФЗ - общественные объединения, № 125-ФЗ – религиозные объединения и прочие</a:t>
            </a:r>
          </a:p>
          <a:p>
            <a:pPr marL="82296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276872"/>
            <a:ext cx="302433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04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indent="457200"/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Представляются следующие документы: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70932" y="2348880"/>
            <a:ext cx="8002136" cy="5112568"/>
          </a:xfrm>
        </p:spPr>
        <p:txBody>
          <a:bodyPr>
            <a:norm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Заявление, подписанное уполномоченным лицом, с указанием его фамилии, имени, отчества, места жительства и  контактных  телефонов  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Учредительные документы некоммерческой организации - устав и/или учредительный договор 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Решение о создании некоммерческой организации и об утверждении ее учредительных документов с указанием состава избранных органов 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Квитанция об уплате государственной пошлины </a:t>
            </a:r>
          </a:p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Сведения  об адресе постоянно действующего органа некоммерческой   организации, по которому осуществляется связь с некоммерческой организацией </a:t>
            </a:r>
          </a:p>
        </p:txBody>
      </p:sp>
    </p:spTree>
    <p:extLst>
      <p:ext uri="{BB962C8B-B14F-4D97-AF65-F5344CB8AC3E}">
        <p14:creationId xmlns:p14="http://schemas.microsoft.com/office/powerpoint/2010/main" val="3425458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TM03457510[[fn=Савон]]</Template>
  <TotalTime>348</TotalTime>
  <Words>265</Words>
  <Application>Microsoft Office PowerPoint</Application>
  <PresentationFormat>Экран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Century Gothic</vt:lpstr>
      <vt:lpstr>Garamond</vt:lpstr>
      <vt:lpstr>Times New Roman</vt:lpstr>
      <vt:lpstr>Савон</vt:lpstr>
      <vt:lpstr>Некоммерческие организации</vt:lpstr>
      <vt:lpstr>Некоммерческие организации</vt:lpstr>
      <vt:lpstr>Нормативно-правовое регулирование НКО</vt:lpstr>
      <vt:lpstr>Учредительные документы</vt:lpstr>
      <vt:lpstr>Юридический статус некоммерческой организации</vt:lpstr>
      <vt:lpstr>Особенности регистрации построения</vt:lpstr>
      <vt:lpstr>Особенности регистрации построения</vt:lpstr>
      <vt:lpstr>Представляются следующие документы: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Андрей Лебедев</cp:lastModifiedBy>
  <cp:revision>40</cp:revision>
  <dcterms:created xsi:type="dcterms:W3CDTF">2017-01-16T19:46:57Z</dcterms:created>
  <dcterms:modified xsi:type="dcterms:W3CDTF">2026-01-28T16:57:39Z</dcterms:modified>
</cp:coreProperties>
</file>